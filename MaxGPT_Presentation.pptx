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context used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Base MaxGPT-3</c:v>
                  </c:pt>
                  <c:pt idx="1">
                    <c:v>SFT MaxGPT-3.5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92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FA3B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I trained four conversational language models entirely from scratch in PyTorch — no pretrained weights, no Hugging Face transformers library. I wrote the tokenizer, the transformer, and the training loop myself. This is the story of what happens when you scale a tiny model 10x, and then fine-tune it into a chatbot. Start confident, set the scope: four models, 23 million up to 235 million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 set out to solve was my own understanding. Everyone uses these models, almost nobody has built one. My three goals: (1) understand by building every piece from scratch; (2) demonstrate scaling — same architecture, grown 10x; (3) produce a real chatbot plus a web app. Emphasize: this is a learning-and-demonstration project, and the 'product' is both the models and the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questions. Why is AI the right tool? Because language generation can't be done with hand-written rules — it needs a model that learns patterns from data. That's the definition of a deep-learning problem. Why from scratch instead of the OpenAI API? Because the API hides everything; building it myself is what proves I understand it. And small models are genuinely useful — they run on a laptop or phone, cheaply and privately.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of the project. Same transformer architecture, scaled three times: 23 million, 110 million, 235 million parameters — about 10x from first to last. MaxGPT-1 just gets coherent English. MaxGPT-2 learns the chat format. MaxGPT-3 is trained on a seven-dataset, five-billion-token mix for almost a week and becomes a real chatbot. MaxGPT-3.5 is MaxGPT-3 fine-tuned on chat-only data. Total compute ~28 exaFLOPs — sounds huge, but GPT-3 used about 10,000 times more. Mine ran on one gaming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one: the tokenizer. It breaks text into sub-word tokens using byte-pair encoding, trained from scratch with a 16,000-token vocabulary. My naive first version took over 20 hours just for data prep, because it rescanned the whole token list on every merge. I rebuilt it with a doubly-linked list — so merging two tokens is O(1) — and a min-heap to always grab the next merge in O(log n). Result: 31x faster training and 465x faster encoding — from 1100 seconds per chunk down to about 2 seconds. Without this, MaxGPT-3's data prep would've taken weeks instead of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two: the transformer itself, written by hand. This is the attention mechanism — the heart of the model. I project the input into query, key, and value vectors, compute how much each token should attend to every earlier token, apply a causal mask so it can't peek at future tokens, softmax into weights, and take a weighted sum. On the right are all the pieces I built: multi-head attention, the feed-forward network with GELU, pre-norm and residual connections, learned positional embeddings, sixteen blocks stacked. I can toggle a flag to run this exact manual math, or the optimized Flash-attention path. I understand every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three: the web app, built in Streamlit. It has a chat mode with real multi-turn memory, and a compare mode that races models side by side on the same prompt with live token-by-token streaming — that typing effect you see in ChatGPT. A tricky part: all four models share the same class names, so I wrote an import-collision loader that namespaces each one so they can all run in a single app. On the right is a mock of compare mode — and the next slide shows a real four-way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prompt captures the entire project. MaxGPT-1: total word salad. MaxGPT-2: grammatical and recipe-shaped, but it suggests brownies with tofu and ground pork, and bleeds the training format. MaxGPT-3: a genuinely real-looking recipe — it just wanders off into French étouffée instead of brownies. MaxGPT-3.5, the fine-tuned one: clean assistant formatting, and it actually stays on brownies. None of them get a correct recipe — 235M params is still tiny — but you can SEE both the scaling story and the fine-tuning shift in one screenshot. This is my favorite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went one step past the assignment: a real fine-tuning phase plus a rigorous evaluation. SFT means continuing to train MaxGPT-3 on chat-only data, but masking the loss so it only learns from the assistant's replies. Then — and this is the part I'm proud of — I evaluated it honestly, with blind multi-sample scoring across checkpoints, not just cherry-picked examples. The headline result: on cross-turn reference resolution — resolving 'feed HIM' back to the puppy — the base model succeeded 25% of the time, the fine-tuned one 92%. But it's a trade-off: the fine-tuned model is more verbose. I reported that honestly rather than overselling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engineering means real debugging. Four challenges. One: my GPU's PyTorch build shipped without Flash Attention — I diagnosed it, forced a different attention backend, then switched to Linux through WSL2 to get the fast version. Two: a sneaky bug where one whole dataset ended up in validation, so the model trained on only stories and spat gibberish at chat prompts — fixed by splitting each dataset separately. Three: during fine-tuning, my loss mask matched zero tokens because byte-pair encoding had eaten my role markers — fixed by matching at the byte level. Four: I kept hitting the 12 GB memory ceiling — fixed by loading checkpoints to CPU first. Be ready to go deeper on any of these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made a version 2: a bigger vocabulary so each token means more; modern architecture pieces — RMSNorm, SwiGLU, RoPE — which I deliberately skipped to keep a clean scale-only comparison; cleaner fine-tuning data plus replaying pre-train text so it doesn't lose its general skills; resume-from-checkpoint so a crash doesn't cost days; a proper evaluation harness with perplexity and benchmark scores; and quantization so it could run on a phone. Each of these I can explain why it would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Citations — the honesty slide. The architecture comes from the Transformer and BPE papers; the whole 'small model on focused data' idea from TinyStories; the scaling recipe from Chinchilla and LLaMA. My main tutorial was Andrej Karpathy's 'Let's build GPT' videos. Seven datasets, all credited. Libraries: PyTorch, Hugging Face datasets, NumPy, tqdm, Streamlit. And critically — I used Claude as an AI assistant for architecture discussions, pseudo-code, code review, debugging, and help with this evaluation and presentation. But I wrote and understand every line of code myself. The rule was: cite it, modify it, understand it — and I did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demo. I'll show the web app live — chatting and the side-by-side compare. The one-line summary of the whole project: I didn't fine-tune someone else's model — I built the tokenizer, the transformer, and the training loop, and watched coherence emerge as I scaled the model 10x. Four models, about 28 exaFLOPs of training on a single gaming GPU — roughly ten-thousand times less compute than GPT-3, but demonstrating every concept that makes GPT-4 work. Thank you —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76656" y="2697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 conversational AI from scratch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 models · 23M → 235M parameters · no pretrained weights · no transformers library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182880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MaxGPT-1  </a:t>
            </a:r>
            <a:pPr algn="l"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4160520"/>
            <a:ext cx="18288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MaxGPT-2  </a:t>
            </a:r>
            <a:pPr algn="l"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4160520"/>
            <a:ext cx="182880" cy="182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MaxGPT-3  </a:t>
            </a:r>
            <a:pPr algn="l"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052560" y="4160520"/>
            <a:ext cx="18288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0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MaxGPT-3.5  </a:t>
            </a:r>
            <a:pPr algn="l"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from-scratch BPE tokenizer  ·  custom transformer  ·  ~28 exaFLOPs of training  ·  one RTX 5070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Purpose — open the black box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use ChatGPT as a black box. I wanted to understand how it actually works — by building every piece myself.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352044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240280"/>
            <a:ext cx="35204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" y="33101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by building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397764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tokenizer, the transformer, and the training loop by hand — every line, no shortcuts, no API calls.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70248" y="2240280"/>
            <a:ext cx="352044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70248" y="2240280"/>
            <a:ext cx="352044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544568" y="33101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Demonstrate scaling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44568" y="397764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same architecture 10× (23M → 235M) and watch real capability emerge with scale.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991856" y="2240280"/>
            <a:ext cx="352044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91856" y="2240280"/>
            <a:ext cx="35204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266176" y="33101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real chatbot + demo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66176" y="397764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with a usable conversational model and an interactive web app to show it off.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AI — and why from scratch?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5349240" cy="4297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63040"/>
            <a:ext cx="534924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737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AI?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68680" y="23317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has no rule-based solution.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hand-write if-then rules for conversation. The only thing that works is a neural network that learns statistical patterns from billions of words.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coherent text is fundamentally a deep-learning problem — exactly the kind of task AI exists for.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349240" cy="4297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1463040"/>
            <a:ext cx="53492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737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from scratch?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83680" y="23317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an API hides everything.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from scratch proves I understand the fundamentals — every architectural decision, every line of code.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small models are practical: they run locally, cost nothing to serve, and keep data private.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models · one architecture · 10×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1965960"/>
                <a:gridCol w="1005840"/>
                <a:gridCol w="141732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Model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Params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Architecture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Context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Training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demonstrates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MaxGPT-1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layers × 384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Coherent English emerges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MaxGPT-2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layers × 768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hrs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the USER/ASSISTANT chat format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MaxGPT-3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layers × 1024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~6–7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real chatbot — 7-dataset, ~5B-token mix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MaxGPT-3.5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SFT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+~16 hrs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Chat-tuned on assistant responses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074920"/>
            <a:ext cx="11091672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5074920"/>
            <a:ext cx="1109167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507492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23M → 235M params</a:t>
            </a:r>
            <a:pPr algn="ctr" indent="0" marL="0">
              <a:buNone/>
            </a:pPr>
            <a:r>
              <a:rPr lang="en-US" sz="15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~5B training tokens   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~28 exaFLOPs of compute</a:t>
            </a:r>
            <a:pPr algn="ctr" indent="0" marL="0">
              <a:buNone/>
            </a:pPr>
            <a:r>
              <a:rPr lang="en-US" sz="15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all on a single RTX 5070 (12 GB)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1 — custom BPE tokenizer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text into tokens via byte-pair encoding — trained from scratch, 16,000-word vocabulary. My first version took 20+ hours, so I rebuilt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074920" cy="2788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965960"/>
            <a:ext cx="50749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 made it fast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26060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Doubly-linked list of token positions → O(1) splice when two tokens merge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 of (merge-rank, position) → O(log n) to find the next merge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Per-merge cost drops from O(all tokens) to O(occurrences of that pair)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897880" y="1965960"/>
            <a:ext cx="5742432" cy="2788920"/>
          </a:xfrm>
          <a:prstGeom prst="rect">
            <a:avLst/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2121408"/>
            <a:ext cx="53949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encode(): merge pairs in learned order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range(n-1):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(t[i],t[i+1]) in self.merges: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heappush(heap,(rank, i))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heap: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rank, pos = heappop(heap)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new_id = rank        # merged token id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tokens[pos] = new_id  # O(1) splice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is_dead[j] = True
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push new neighbor pairs
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394960" cy="96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5029200"/>
            <a:ext cx="53949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10235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31×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2651760" y="510235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tokenizer training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45352" y="5029200"/>
            <a:ext cx="5394960" cy="96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45352" y="5029200"/>
            <a:ext cx="53949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6473952" y="510235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465×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348472" y="510235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encoding (1115s → 2.4s per chunk)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2 — the transformer, by hand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decoder-only (GPT-style) transformer written from scratch in PyTorch — no nn.Transformer, no pretrained weights.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6126480" cy="4023360"/>
          </a:xfrm>
          <a:prstGeom prst="rect">
            <a:avLst/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103120"/>
            <a:ext cx="57607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multi-head causal self-attention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qkv = self.qkv_proj(x)         # (B,T,3C)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q,k,v = qkv.split(C, dim=-1)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reshape -&gt; (B, heads, T, head_dim)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q.view(B,T,nh,hd).transpose(1,2)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(q @ k.transpose(-2,-1)) / sqrt(hd)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scores.masked_fill(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causal_mask==0, -inf)  # no peeking ahead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attn = softmax(scores, dim=-1)
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 = attn @ v            # weighted values
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03720" y="1920240"/>
            <a:ext cx="4736592" cy="4023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03720" y="1920240"/>
            <a:ext cx="4736592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21214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component, built up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260604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causal self-attention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net (GELU, 4× expansion)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Pre-norm LayerNorm + residual connections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positional embeddings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these blocks stacked (MaxGPT-3)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bf16 mixed precision + Flash / Efficient attention for speed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3 — interactive web 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17320"/>
            <a:ext cx="5029200" cy="4526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17320"/>
            <a:ext cx="50292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276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Streamlit web demo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214884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mode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any model with full multi-turn memory.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several models on the same prompt, side by side.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streaming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ChatGPT-style “typing” effect, generated live.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Custom-built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Import-collision loader runs all 4 models (each has its own config/model/tokenizer) in one app.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760720" y="14813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· “can you give me a recipe for brownies?”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89320" y="2148840"/>
            <a:ext cx="2697480" cy="3566160"/>
          </a:xfrm>
          <a:prstGeom prst="rect">
            <a:avLst/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148840"/>
            <a:ext cx="269748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233172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2585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MaxGPT-3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2743200"/>
            <a:ext cx="233172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18" name="Shape 16"/>
          <p:cNvSpPr/>
          <p:nvPr/>
        </p:nvSpPr>
        <p:spPr>
          <a:xfrm>
            <a:off x="6172200" y="3127248"/>
            <a:ext cx="210312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19" name="Shape 17"/>
          <p:cNvSpPr/>
          <p:nvPr/>
        </p:nvSpPr>
        <p:spPr>
          <a:xfrm>
            <a:off x="6172200" y="3511296"/>
            <a:ext cx="237744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3895344"/>
            <a:ext cx="164592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21" name="Shape 19"/>
          <p:cNvSpPr/>
          <p:nvPr/>
        </p:nvSpPr>
        <p:spPr>
          <a:xfrm>
            <a:off x="6172200" y="4279392"/>
            <a:ext cx="219456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22" name="Shape 20"/>
          <p:cNvSpPr/>
          <p:nvPr/>
        </p:nvSpPr>
        <p:spPr>
          <a:xfrm>
            <a:off x="8915400" y="2148840"/>
            <a:ext cx="2697480" cy="3566160"/>
          </a:xfrm>
          <a:prstGeom prst="rect">
            <a:avLst/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15400" y="2148840"/>
            <a:ext cx="26974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22"/>
          <p:cNvSpPr/>
          <p:nvPr/>
        </p:nvSpPr>
        <p:spPr>
          <a:xfrm>
            <a:off x="9098280" y="233172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9299448" y="22585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MaxGPT-3.5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098280" y="2743200"/>
            <a:ext cx="233172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27" name="Shape 25"/>
          <p:cNvSpPr/>
          <p:nvPr/>
        </p:nvSpPr>
        <p:spPr>
          <a:xfrm>
            <a:off x="9098280" y="3127248"/>
            <a:ext cx="210312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28" name="Shape 26"/>
          <p:cNvSpPr/>
          <p:nvPr/>
        </p:nvSpPr>
        <p:spPr>
          <a:xfrm>
            <a:off x="9098280" y="3511296"/>
            <a:ext cx="237744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29" name="Shape 27"/>
          <p:cNvSpPr/>
          <p:nvPr/>
        </p:nvSpPr>
        <p:spPr>
          <a:xfrm>
            <a:off x="9098280" y="3895344"/>
            <a:ext cx="164592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30" name="Shape 28"/>
          <p:cNvSpPr/>
          <p:nvPr/>
        </p:nvSpPr>
        <p:spPr>
          <a:xfrm>
            <a:off x="9098280" y="4279392"/>
            <a:ext cx="2194560" cy="128016"/>
          </a:xfrm>
          <a:prstGeom prst="rect">
            <a:avLst/>
          </a:prstGeom>
          <a:solidFill>
            <a:srgbClr val="2B3A52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prompt, the whole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“can you give me a recipe for brownies?”  —  the same prompt through all four models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532120" cy="19933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783080"/>
            <a:ext cx="55321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02082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476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MaxGPT-1 · 23M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5528" y="235000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“my Kitchen Solyn, Iraq laid the Rocky Processory Picky…”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5528" y="326440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salad — can't form a coherent thought.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81928" y="1783080"/>
            <a:ext cx="5532120" cy="19933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81928" y="1783080"/>
            <a:ext cx="553212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2020824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6739128" y="19476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MaxGPT-2 · 110M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28816" y="235000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“…stuffing a loaf with brown rice, brown tofu… Can I substitute brownies with brownies?”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28816" y="326440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+ recipe-shaped, but nonsense, and bleeds the training format.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04488"/>
            <a:ext cx="5532120" cy="19933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904488"/>
            <a:ext cx="55321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4142232"/>
            <a:ext cx="164592" cy="164592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MaxGPT-3 · 235M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95528" y="4471416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“To make a classic French herb-and-butter étouffée, you'll need a crusty French pasta…”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28" y="538581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recipe format — just the wrong dish. Coherent, off-topic.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3904488"/>
            <a:ext cx="5532120" cy="19933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3904488"/>
            <a:ext cx="55321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10528" y="4142232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6739128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MaxGPT-3.5 · SFT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28816" y="4471416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 classic quinoa brownies! Ingredients: butter, sugar, salt… Enjoy this classic flavor of brownies!”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8816" y="538581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format, stays on brownies. (Ingredients still absurd.)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 further — fine-tuning + a real evaluation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17320"/>
            <a:ext cx="5257800" cy="4526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17320"/>
            <a:ext cx="52578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 fine-tuning (SFT)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training MaxGPT-3 on chat-only data, with the loss </a:t>
            </a:r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to the assistant's tokens</a:t>
            </a:r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 it only learns to reply, not to imitate the user. → MaxGPT-3.5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3429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 evaluated it (the honest part)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8404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Blind, multi-sample scoring across 5 checkpoints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 and multi-turn tests, scored on a fixed rubric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SFT specialized the model — big wins in reference-resolution + assistant behavior, but more verbose. A measured trade-off, not a pure upgrade.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513832" cy="4526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5508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Cross-turn reference resolution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55080" y="1965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adopted a puppy named Rex … what should I feed HIM?”  —  % that correctly used the earlier turn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355080" y="2514600"/>
          <a:ext cx="5074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 I had to solve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553212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63040"/>
            <a:ext cx="553212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16642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 Attention missing on my GPU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4672" y="2212848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Windows PyTorch wheel had no Flash-Attention kernels for my Blackwell card. I wrote a diagnostic, forced the Efficient-Attention backend, then moved training to WSL2 (Linux) for real Flash Attention 2.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81928" y="1463040"/>
            <a:ext cx="553212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81928" y="1463040"/>
            <a:ext cx="55321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6642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silent data-split bug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537960" y="2212848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 landed entirely in the validation set, so the model trained on only one source and produced gibberish on chat. Fix: split each dataset 90/10 separately, then combine.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53212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55321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9044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 of tokens masked (SFT)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4672" y="4453128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Byte-pair merges absorbed my role-marker tokens, so the mask matched nothing. Fix: search for markers at the byte level after decoding, not at the token level.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81928" y="3703320"/>
            <a:ext cx="553212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81928" y="3703320"/>
            <a:ext cx="55321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39044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GB VRAM ceiling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537960" y="4453128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the checkpoint + optimizer state overflowed the GPU. Fix: load to CPU first, then move only the weights. Added a repetition penalty to kill output loops.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I built version 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508760"/>
            <a:ext cx="553212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508760"/>
            <a:ext cx="55321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1764792"/>
            <a:ext cx="182880" cy="182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Bigger vocabulary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2112264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32K–50K tokens so each token carries more meaning.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81928" y="1508760"/>
            <a:ext cx="553212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81928" y="1508760"/>
            <a:ext cx="553212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9672" y="1764792"/>
            <a:ext cx="18288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architecture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2280" y="2112264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RMSNorm + SwiGLU + RoPE (the LLaMA-style upgrades).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2990088"/>
            <a:ext cx="553212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90088"/>
            <a:ext cx="55321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246120"/>
            <a:ext cx="18288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1078992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 fine-tuning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78992" y="359359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the chat data + replay pre-train text to keep base strengths.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81928" y="2990088"/>
            <a:ext cx="553212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81928" y="2990088"/>
            <a:ext cx="55321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Shape 23"/>
          <p:cNvSpPr/>
          <p:nvPr/>
        </p:nvSpPr>
        <p:spPr>
          <a:xfrm>
            <a:off x="6519672" y="3246120"/>
            <a:ext cx="182880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Resume-from-checkpoint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12280" y="359359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training mid-run after a crash — this bit me once.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471416"/>
            <a:ext cx="553212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471416"/>
            <a:ext cx="55321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4727448"/>
            <a:ext cx="182880" cy="182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1078992" y="46542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eval harness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78992" y="507492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+ MMLU-lite benchmarks, not just sample prompts.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81928" y="4471416"/>
            <a:ext cx="553212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81928" y="4471416"/>
            <a:ext cx="55321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Shape 33"/>
          <p:cNvSpPr/>
          <p:nvPr/>
        </p:nvSpPr>
        <p:spPr>
          <a:xfrm>
            <a:off x="6519672" y="4727448"/>
            <a:ext cx="18288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6812280" y="46542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Quantization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12280" y="507492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int8/int4 weights so it could run on a phone.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237744" cy="3108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8404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607040" y="548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10899648" y="548640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11192256" y="5486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1484864" y="54864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280160"/>
            <a:ext cx="544068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280160"/>
            <a:ext cx="544068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Papers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 et al. 2017 — Transformers (“Attention Is All You Need”)</a:t>
            </a:r>
            <a:endParaRPr lang="en-US" sz="11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Sennrich et al. 2016 — BPE subword tokenization</a:t>
            </a:r>
            <a:endParaRPr lang="en-US" sz="11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Eldan &amp; Li 2023 — TinyStories</a:t>
            </a:r>
            <a:endParaRPr lang="en-US" sz="11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Hoffmann 2022 — Chinchilla scaling; Touvron 2023 — LLaMA; Dao 2022 — FlashAttention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9632" y="1280160"/>
            <a:ext cx="544068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99632" y="1280160"/>
            <a:ext cx="544068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Tutorials &amp; datasets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73952" y="178308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Andrej Karpathy — “Let's build GPT” &amp; “GPT Tokenizer”, nanoGPT</a:t>
            </a:r>
            <a:endParaRPr lang="en-US" sz="11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Datasets: TinyStories, OASST1/2, UltraChat,</a:t>
            </a:r>
            <a:endParaRPr lang="en-US" sz="11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Cosmopedia v2, OpenOrca, WildChat-1M, HH-RLHF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54406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429000"/>
            <a:ext cx="544068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520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Libraries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388620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 ·  Hugging Face datasets  ·  NumPy  ·  tqdm  ·  Streamlit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99632" y="3429000"/>
            <a:ext cx="54406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99632" y="3429000"/>
            <a:ext cx="54406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3520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assistance (Claude)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73952" y="3840480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discussions, pseudo-code, code review, debugging help, and assistance with this evaluation &amp; presentation. I wrote and understand every line of the model, tokenizer, and training code.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 followed: cite all AI use, modify the code to make it my own, and understand everything I submit.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76656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browser — chat with any model, or race them in compare mode and watch the quality jump.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11091672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68880"/>
            <a:ext cx="1109167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97480"/>
            <a:ext cx="10332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“I didn't fine-tune someone else's model. I built the tokenizer, the transformer, and the training loop — and watched coherence emerge as I scaled from 23M to 235M parameters.”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4572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models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66928" y="5321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23M to 235M params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4572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~28 exaFLOPs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297680" y="5321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training — on one gaming GPU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38160" y="4572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~10,000×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138160" y="5321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compute than GPT-3 used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373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MaxGPT  ·  Max — CS Final Project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0" y="6437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MaxGPT — Building Conversational AI From Scratch</dc:title>
  <dc:subject>PptxGenJS Presentation</dc:subject>
  <dc:creator>Max</dc:creator>
  <cp:lastModifiedBy>Max</cp:lastModifiedBy>
  <cp:revision>1</cp:revision>
  <dcterms:created xsi:type="dcterms:W3CDTF">2026-05-29T01:17:57Z</dcterms:created>
  <dcterms:modified xsi:type="dcterms:W3CDTF">2026-05-29T01:17:57Z</dcterms:modified>
</cp:coreProperties>
</file>